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533" r:id="rId4"/>
    <p:sldId id="534" r:id="rId5"/>
    <p:sldId id="535" r:id="rId6"/>
    <p:sldId id="536" r:id="rId7"/>
    <p:sldId id="537" r:id="rId8"/>
    <p:sldId id="538" r:id="rId9"/>
    <p:sldId id="518" r:id="rId10"/>
    <p:sldId id="519" r:id="rId11"/>
    <p:sldId id="539" r:id="rId12"/>
    <p:sldId id="540" r:id="rId13"/>
    <p:sldId id="541" r:id="rId14"/>
    <p:sldId id="542" r:id="rId15"/>
    <p:sldId id="543" r:id="rId16"/>
    <p:sldId id="520" r:id="rId17"/>
    <p:sldId id="545" r:id="rId18"/>
    <p:sldId id="521" r:id="rId19"/>
    <p:sldId id="522" r:id="rId20"/>
    <p:sldId id="523" r:id="rId21"/>
    <p:sldId id="549" r:id="rId22"/>
    <p:sldId id="548" r:id="rId23"/>
    <p:sldId id="550" r:id="rId24"/>
    <p:sldId id="566" r:id="rId25"/>
    <p:sldId id="527" r:id="rId26"/>
    <p:sldId id="551" r:id="rId27"/>
    <p:sldId id="552" r:id="rId28"/>
    <p:sldId id="553" r:id="rId29"/>
    <p:sldId id="554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55" r:id="rId38"/>
    <p:sldId id="556" r:id="rId39"/>
    <p:sldId id="567" r:id="rId40"/>
    <p:sldId id="568" r:id="rId41"/>
    <p:sldId id="569" r:id="rId42"/>
    <p:sldId id="557" r:id="rId43"/>
    <p:sldId id="370" r:id="rId4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60"/>
  </p:normalViewPr>
  <p:slideViewPr>
    <p:cSldViewPr>
      <p:cViewPr varScale="1">
        <p:scale>
          <a:sx n="82" d="100"/>
          <a:sy n="82" d="100"/>
        </p:scale>
        <p:origin x="1435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theme" Target="theme/theme1.xml" /><Relationship Id="rId8" Type="http://schemas.openxmlformats.org/officeDocument/2006/relationships/slide" Target="slides/slide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DFC27-25DD-40A5-8378-01AC1A9975D1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374F4-2032-43FF-ABD6-671E69ACD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74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140" y="233171"/>
            <a:ext cx="8681719" cy="732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heavy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heavy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heavy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1"/>
                </a:lnTo>
                <a:lnTo>
                  <a:pt x="8959784" y="6543130"/>
                </a:lnTo>
                <a:lnTo>
                  <a:pt x="8932012" y="6579937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2"/>
                </a:lnTo>
                <a:lnTo>
                  <a:pt x="8778290" y="6679438"/>
                </a:lnTo>
                <a:lnTo>
                  <a:pt x="8731751" y="6689829"/>
                </a:lnTo>
                <a:lnTo>
                  <a:pt x="8682990" y="6693406"/>
                </a:lnTo>
                <a:lnTo>
                  <a:pt x="329920" y="6693406"/>
                </a:lnTo>
                <a:lnTo>
                  <a:pt x="281168" y="6689829"/>
                </a:lnTo>
                <a:lnTo>
                  <a:pt x="234636" y="6679438"/>
                </a:lnTo>
                <a:lnTo>
                  <a:pt x="190835" y="6662742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7"/>
                </a:lnTo>
                <a:lnTo>
                  <a:pt x="53153" y="6543130"/>
                </a:lnTo>
                <a:lnTo>
                  <a:pt x="30664" y="6502571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99948"/>
            <a:ext cx="8681719" cy="731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2534" y="1485138"/>
            <a:ext cx="8531860" cy="4509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345" y="350711"/>
            <a:ext cx="8464655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lang="en-IN" sz="2900" b="0" u="none" dirty="0">
                <a:latin typeface="Times New Roman"/>
                <a:cs typeface="Times New Roman"/>
              </a:rPr>
              <a:t>APP TITLE</a:t>
            </a:r>
            <a:r>
              <a:rPr lang="en-IN" sz="2900" dirty="0">
                <a:latin typeface="Times New Roman"/>
                <a:cs typeface="Times New Roman"/>
              </a:rPr>
              <a:t> </a:t>
            </a:r>
            <a:endParaRPr lang="en-US" sz="2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3505200"/>
            <a:ext cx="2514600" cy="1269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spcBef>
                <a:spcPts val="120"/>
              </a:spcBef>
            </a:pPr>
            <a:r>
              <a:rPr lang="en-US" sz="2000" b="1" dirty="0">
                <a:latin typeface="Perpetua"/>
                <a:cs typeface="Perpetua"/>
              </a:rPr>
              <a:t>Under </a:t>
            </a:r>
            <a:r>
              <a:rPr lang="en-US" sz="2000" b="1" spc="-5" dirty="0">
                <a:latin typeface="Perpetua"/>
                <a:cs typeface="Perpetua"/>
              </a:rPr>
              <a:t>the guidanc</a:t>
            </a:r>
            <a:r>
              <a:rPr lang="en-US" sz="2000" b="1" dirty="0">
                <a:latin typeface="Perpetua"/>
                <a:cs typeface="Perpetua"/>
              </a:rPr>
              <a:t>e</a:t>
            </a:r>
            <a:r>
              <a:rPr lang="en-US" sz="2000" b="1" spc="-105" dirty="0">
                <a:latin typeface="Perpetua"/>
                <a:cs typeface="Perpetua"/>
              </a:rPr>
              <a:t> </a:t>
            </a:r>
            <a:r>
              <a:rPr lang="en-US" sz="2000" b="1" dirty="0">
                <a:latin typeface="Perpetua"/>
                <a:cs typeface="Perpetua"/>
              </a:rPr>
              <a:t>of</a:t>
            </a:r>
            <a:endParaRPr lang="en-US" sz="2000" b="1" spc="-4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endParaRPr lang="en-IN" sz="2000" b="1" spc="-4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endParaRPr sz="2000" dirty="0">
              <a:latin typeface="Perpetua"/>
              <a:cs typeface="Perpetua"/>
            </a:endParaRP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endParaRPr lang="en-IN" sz="2000" spc="-5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1200" y="5177278"/>
            <a:ext cx="6379337" cy="1228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4900"/>
              </a:lnSpc>
            </a:pPr>
            <a:r>
              <a:rPr lang="en-IN" sz="1800" b="1" spc="-5" dirty="0">
                <a:solidFill>
                  <a:srgbClr val="0004A1"/>
                </a:solidFill>
                <a:latin typeface="Perpetua"/>
                <a:cs typeface="Perpetua"/>
              </a:rPr>
              <a:t>Department of Cyber Security 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sz="1800" b="1" spc="-5" dirty="0">
                <a:solidFill>
                  <a:srgbClr val="0004A1"/>
                </a:solidFill>
                <a:latin typeface="Perpetua"/>
                <a:cs typeface="Perpetua"/>
              </a:rPr>
              <a:t>School of Engineering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US" sz="2000" b="1" spc="-15" dirty="0" err="1">
                <a:solidFill>
                  <a:srgbClr val="0004A1"/>
                </a:solidFill>
                <a:latin typeface="Perpetua"/>
                <a:cs typeface="Perpetua"/>
              </a:rPr>
              <a:t>Malla</a:t>
            </a:r>
            <a:r>
              <a:rPr lang="en-US" sz="2000" b="1" spc="-15" dirty="0">
                <a:solidFill>
                  <a:srgbClr val="0004A1"/>
                </a:solidFill>
                <a:latin typeface="Perpetua"/>
                <a:cs typeface="Perpetua"/>
              </a:rPr>
              <a:t> Reddy University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US" sz="2000" b="1" spc="-5" dirty="0">
                <a:solidFill>
                  <a:srgbClr val="0004A1"/>
                </a:solidFill>
                <a:latin typeface="Perpetua"/>
                <a:cs typeface="Perpetua"/>
              </a:rPr>
              <a:t>Hyderabad</a:t>
            </a:r>
            <a:r>
              <a:rPr sz="2000" b="1" spc="-5" dirty="0">
                <a:solidFill>
                  <a:srgbClr val="0004A1"/>
                </a:solidFill>
                <a:latin typeface="Perpetua"/>
                <a:cs typeface="Perpetua"/>
              </a:rPr>
              <a:t>, </a:t>
            </a:r>
            <a:r>
              <a:rPr lang="en-IN" sz="2000" b="1" spc="-70" dirty="0">
                <a:solidFill>
                  <a:srgbClr val="0004A1"/>
                </a:solidFill>
                <a:latin typeface="Perpetua"/>
                <a:cs typeface="Perpetua"/>
              </a:rPr>
              <a:t>Telangana</a:t>
            </a:r>
            <a:r>
              <a:rPr sz="2000" b="1" spc="-70" dirty="0">
                <a:solidFill>
                  <a:srgbClr val="0004A1"/>
                </a:solidFill>
                <a:latin typeface="Perpetua"/>
                <a:cs typeface="Perpetua"/>
              </a:rPr>
              <a:t>,</a:t>
            </a:r>
            <a:r>
              <a:rPr sz="2000" b="1" spc="-305" dirty="0">
                <a:solidFill>
                  <a:srgbClr val="0004A1"/>
                </a:solidFill>
                <a:latin typeface="Perpetua"/>
                <a:cs typeface="Perpetua"/>
              </a:rPr>
              <a:t> </a:t>
            </a:r>
            <a:r>
              <a:rPr lang="en-US" sz="2000" b="1" spc="-305" dirty="0">
                <a:solidFill>
                  <a:srgbClr val="0004A1"/>
                </a:solidFill>
                <a:latin typeface="Perpetua"/>
                <a:cs typeface="Perpetua"/>
              </a:rPr>
              <a:t> </a:t>
            </a:r>
            <a:r>
              <a:rPr sz="2000" b="1" spc="-5" dirty="0">
                <a:solidFill>
                  <a:srgbClr val="0004A1"/>
                </a:solidFill>
                <a:latin typeface="Perpetua"/>
                <a:cs typeface="Perpetua"/>
              </a:rPr>
              <a:t>INDIA</a:t>
            </a:r>
            <a:endParaRPr sz="2000" dirty="0">
              <a:latin typeface="Perpetua"/>
              <a:cs typeface="Perpetu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85967"/>
            <a:ext cx="1752600" cy="16807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-152400"/>
            <a:ext cx="8681719" cy="717504"/>
          </a:xfrm>
          <a:prstGeom prst="rect">
            <a:avLst/>
          </a:prstGeom>
        </p:spPr>
        <p:txBody>
          <a:bodyPr vert="horz" wrap="square" lIns="0" tIns="283845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2800" u="none" spc="-5" dirty="0"/>
              <a:t>Contents</a:t>
            </a:r>
            <a:r>
              <a:rPr lang="en-IN" sz="2800" u="none" spc="-5" dirty="0"/>
              <a:t> :</a:t>
            </a:r>
            <a:endParaRPr sz="2800" u="none" dirty="0"/>
          </a:p>
        </p:txBody>
      </p:sp>
      <p:sp>
        <p:nvSpPr>
          <p:cNvPr id="4" name="object 3"/>
          <p:cNvSpPr txBox="1"/>
          <p:nvPr/>
        </p:nvSpPr>
        <p:spPr>
          <a:xfrm>
            <a:off x="495299" y="914400"/>
            <a:ext cx="8153400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12445" algn="l"/>
              </a:tabLst>
            </a:pPr>
            <a:r>
              <a:rPr lang="en-IN" sz="2000" dirty="0" err="1">
                <a:solidFill>
                  <a:srgbClr val="D24717"/>
                </a:solidFill>
                <a:latin typeface="Times New Roman"/>
                <a:cs typeface="Times New Roman"/>
              </a:rPr>
              <a:t>i</a:t>
            </a:r>
            <a:r>
              <a:rPr lang="en-IN" sz="2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lang="en-IN" sz="2000" dirty="0">
                <a:solidFill>
                  <a:srgbClr val="002060"/>
                </a:solidFill>
                <a:latin typeface="Times New Roman"/>
                <a:cs typeface="Times New Roman"/>
              </a:rPr>
              <a:t>Abstract</a:t>
            </a: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AutoNum type="arabicPeriod"/>
              <a:tabLst>
                <a:tab pos="469265" algn="l"/>
                <a:tab pos="469900" algn="l"/>
              </a:tabLst>
            </a:pPr>
            <a:r>
              <a:rPr lang="en-IN" sz="2000" dirty="0">
                <a:solidFill>
                  <a:srgbClr val="001F5F"/>
                </a:solidFill>
                <a:latin typeface="Times New Roman"/>
                <a:cs typeface="Times New Roman"/>
              </a:rPr>
              <a:t>Introduction</a:t>
            </a:r>
            <a:endParaRPr lang="en-IN"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AutoNum type="arabicPeriod"/>
              <a:tabLst>
                <a:tab pos="469265" algn="l"/>
                <a:tab pos="469900" algn="l"/>
              </a:tabLst>
            </a:pPr>
            <a:r>
              <a:rPr lang="en-IN" sz="2000" dirty="0"/>
              <a:t>System Analysis</a:t>
            </a:r>
            <a:endParaRPr lang="en-IN" sz="2000" spc="-5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AutoNum type="arabicPeriod"/>
              <a:tabLst>
                <a:tab pos="469265" algn="l"/>
                <a:tab pos="469900" algn="l"/>
              </a:tabLst>
            </a:pPr>
            <a:r>
              <a:rPr lang="en-IN"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Architectural Design</a:t>
            </a: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AutoNum type="arabicPeriod"/>
              <a:tabLst>
                <a:tab pos="469265" algn="l"/>
                <a:tab pos="469900" algn="l"/>
              </a:tabLst>
            </a:pPr>
            <a:r>
              <a:rPr lang="en-IN"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A713-E1C1-694A-5476-0AEA16F1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81000"/>
            <a:ext cx="8681719" cy="522642"/>
          </a:xfrm>
        </p:spPr>
        <p:txBody>
          <a:bodyPr/>
          <a:lstStyle/>
          <a:p>
            <a:r>
              <a:rPr lang="en-IN" sz="2400" u="none" spc="-5" dirty="0"/>
              <a:t>Abstract: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3FE5CC-D284-F1C2-DEC3-9ED6AAECF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54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DE41-8D38-EFA7-58EE-13B9E684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" y="304800"/>
            <a:ext cx="8681719" cy="369332"/>
          </a:xfrm>
        </p:spPr>
        <p:txBody>
          <a:bodyPr/>
          <a:lstStyle/>
          <a:p>
            <a:r>
              <a:rPr lang="en-IN" sz="2400" u="sng" spc="-5" dirty="0"/>
              <a:t>1.</a:t>
            </a:r>
            <a:r>
              <a:rPr lang="en-IN" sz="2400" u="sng" spc="-85" dirty="0"/>
              <a:t> </a:t>
            </a:r>
            <a:r>
              <a:rPr lang="en-IN" sz="2400" u="sng" spc="-10" dirty="0"/>
              <a:t>Introduction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B4AB0E-D377-0277-3CD0-D85A54CFE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4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F35A-0939-A29B-E053-2183C33E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EFD59-127B-A68F-EB06-F3C52C268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34" y="1485138"/>
            <a:ext cx="8531860" cy="3077766"/>
          </a:xfrm>
        </p:spPr>
        <p:txBody>
          <a:bodyPr/>
          <a:lstStyle/>
          <a:p>
            <a:pPr algn="just"/>
            <a:r>
              <a:rPr lang="en-US" b="1" dirty="0"/>
              <a:t>Introduction: </a:t>
            </a:r>
          </a:p>
          <a:p>
            <a:pPr algn="just"/>
            <a:r>
              <a:rPr lang="en-US" b="1" dirty="0"/>
              <a:t>1.1 Problem Definition &amp; Description: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dirty="0"/>
              <a:t>1.2 Objective of the Project:</a:t>
            </a:r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dirty="0"/>
              <a:t>1.3 Scope of the Project:</a:t>
            </a:r>
          </a:p>
          <a:p>
            <a:pPr algn="just"/>
            <a:r>
              <a:rPr lang="en-US" dirty="0"/>
              <a:t> 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0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4444-3E76-D3A9-7B1C-BB903D7E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" y="466403"/>
            <a:ext cx="8681719" cy="369332"/>
          </a:xfrm>
        </p:spPr>
        <p:txBody>
          <a:bodyPr/>
          <a:lstStyle/>
          <a:p>
            <a:r>
              <a:rPr lang="en-IN" u="sng" spc="-5" dirty="0"/>
              <a:t>2. </a:t>
            </a:r>
            <a:r>
              <a:rPr lang="en-IN" dirty="0"/>
              <a:t>System Analysis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BBF0C1-97E5-B2BD-4CBF-D4709EA58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1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0FF1-A1AF-4DAA-FB92-3059B751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46E75-6DD0-A633-2DB4-E187E31EB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34" y="1485138"/>
            <a:ext cx="8531860" cy="3077766"/>
          </a:xfrm>
        </p:spPr>
        <p:txBody>
          <a:bodyPr/>
          <a:lstStyle/>
          <a:p>
            <a:pPr algn="just"/>
            <a:r>
              <a:rPr lang="en-US" b="1" dirty="0"/>
              <a:t>2.1 Existing System: </a:t>
            </a:r>
          </a:p>
          <a:p>
            <a:pPr algn="just"/>
            <a:r>
              <a:rPr lang="en-US" b="1" dirty="0"/>
              <a:t>2.1.1 Background &amp; Literature Survey: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dirty="0"/>
              <a:t>2.1.2 Limitations of Existing System: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dirty="0"/>
              <a:t>2.2 Proposed System:</a:t>
            </a:r>
          </a:p>
          <a:p>
            <a:pPr algn="just"/>
            <a:r>
              <a:rPr lang="en-US" dirty="0"/>
              <a:t> 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01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07449-CAB1-B2DB-557D-D5BCB1AD8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676" y="490193"/>
            <a:ext cx="8531860" cy="4708981"/>
          </a:xfrm>
        </p:spPr>
        <p:txBody>
          <a:bodyPr/>
          <a:lstStyle/>
          <a:p>
            <a:pPr algn="just"/>
            <a:r>
              <a:rPr lang="en-US" sz="1800" b="1" dirty="0"/>
              <a:t>2.3 Software &amp; Hardware Requirements:</a:t>
            </a:r>
          </a:p>
          <a:p>
            <a:pPr algn="just"/>
            <a:r>
              <a:rPr lang="en-US" sz="1800" b="1" dirty="0"/>
              <a:t> 2.3.1 Software Requirements: 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2.3.2 Hardware Requirements: </a:t>
            </a:r>
          </a:p>
          <a:p>
            <a:pPr algn="just"/>
            <a:endParaRPr lang="en-US" sz="1800" dirty="0"/>
          </a:p>
          <a:p>
            <a:pPr algn="just"/>
            <a:endParaRPr lang="en-IN" sz="1800" dirty="0"/>
          </a:p>
          <a:p>
            <a:pPr algn="just"/>
            <a:r>
              <a:rPr lang="en-US" sz="1800" b="1" dirty="0">
                <a:solidFill>
                  <a:srgbClr val="002060"/>
                </a:solidFill>
              </a:rPr>
              <a:t>2.4 Feasibility Study:</a:t>
            </a:r>
          </a:p>
          <a:p>
            <a:pPr algn="just"/>
            <a:r>
              <a:rPr lang="en-US" sz="1800" b="1" dirty="0">
                <a:solidFill>
                  <a:srgbClr val="002060"/>
                </a:solidFill>
              </a:rPr>
              <a:t> 2.4.1 Technical Feasibility: </a:t>
            </a:r>
          </a:p>
          <a:p>
            <a:pPr algn="just"/>
            <a:endParaRPr lang="en-US" sz="1800" dirty="0">
              <a:solidFill>
                <a:srgbClr val="002060"/>
              </a:solidFill>
            </a:endParaRPr>
          </a:p>
          <a:p>
            <a:pPr algn="just"/>
            <a:endParaRPr lang="en-US" sz="1800" dirty="0">
              <a:solidFill>
                <a:srgbClr val="002060"/>
              </a:solidFill>
            </a:endParaRPr>
          </a:p>
          <a:p>
            <a:pPr algn="just"/>
            <a:r>
              <a:rPr lang="en-US" sz="1800" b="1" dirty="0">
                <a:solidFill>
                  <a:srgbClr val="002060"/>
                </a:solidFill>
              </a:rPr>
              <a:t> 2.4.2 Robustness &amp; Reliability: </a:t>
            </a:r>
          </a:p>
          <a:p>
            <a:pPr algn="just"/>
            <a:endParaRPr lang="en-US" sz="1800" dirty="0">
              <a:solidFill>
                <a:srgbClr val="002060"/>
              </a:solidFill>
            </a:endParaRPr>
          </a:p>
          <a:p>
            <a:pPr algn="just"/>
            <a:endParaRPr lang="en-US" sz="1800" dirty="0">
              <a:solidFill>
                <a:srgbClr val="002060"/>
              </a:solidFill>
            </a:endParaRPr>
          </a:p>
          <a:p>
            <a:pPr algn="just"/>
            <a:r>
              <a:rPr lang="en-US" sz="1800" b="1" dirty="0">
                <a:solidFill>
                  <a:srgbClr val="002060"/>
                </a:solidFill>
              </a:rPr>
              <a:t> 2.4.3 Economic Feasibility: </a:t>
            </a:r>
          </a:p>
          <a:p>
            <a:pPr algn="just"/>
            <a:endParaRPr lang="en-US" sz="1800" dirty="0">
              <a:solidFill>
                <a:srgbClr val="002060"/>
              </a:solidFill>
            </a:endParaRPr>
          </a:p>
          <a:p>
            <a:pPr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1704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71F1-E75A-3DDD-C705-BE3C23BAD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" y="381000"/>
            <a:ext cx="8681719" cy="738664"/>
          </a:xfrm>
        </p:spPr>
        <p:txBody>
          <a:bodyPr/>
          <a:lstStyle/>
          <a:p>
            <a:r>
              <a:rPr lang="en-IN" sz="2400" spc="-5" dirty="0">
                <a:latin typeface="Times New Roman"/>
                <a:cs typeface="Times New Roman"/>
              </a:rPr>
              <a:t>3.Architectural Design</a:t>
            </a:r>
            <a:br>
              <a:rPr lang="en-IN" sz="2400" spc="-5" dirty="0">
                <a:latin typeface="Times New Roman"/>
                <a:cs typeface="Times New Roman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B6F6D-B31F-678C-E5DB-0CA54EEBD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800" y="1244798"/>
            <a:ext cx="8531860" cy="1231106"/>
          </a:xfrm>
        </p:spPr>
        <p:txBody>
          <a:bodyPr/>
          <a:lstStyle/>
          <a:p>
            <a:pPr algn="just"/>
            <a:r>
              <a:rPr lang="en-US" b="1" dirty="0"/>
              <a:t>3.1 Modules Design</a:t>
            </a:r>
          </a:p>
          <a:p>
            <a:pPr algn="just"/>
            <a:endParaRPr lang="en-US" b="1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69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DE9A3-55FD-8148-E7E2-5FA5058CD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1D498-4A72-A6A4-A89D-CFAE9D71B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12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5B2D4-45F0-FA0E-38E3-443AB0491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070" y="523344"/>
            <a:ext cx="8531860" cy="923330"/>
          </a:xfrm>
        </p:spPr>
        <p:txBody>
          <a:bodyPr/>
          <a:lstStyle/>
          <a:p>
            <a:pPr algn="just"/>
            <a:r>
              <a:rPr lang="en-US" b="1" dirty="0"/>
              <a:t>3.2 Method &amp; Algorithm design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24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BED0-C3C3-51B6-50AB-BE9952FC2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4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C799-C0F4-699B-6086-8AEFFBD7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D5D39-35CF-719C-5F84-41C2CCCCC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E1D4-6228-5C54-804A-191DEEAA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AEDE5-9861-739B-45A5-F42A873B1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00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4E50-6956-F169-A13E-6FB77AE2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" y="99948"/>
            <a:ext cx="8681719" cy="36933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14F13-B868-A77A-D74E-AC3FF99B3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140" y="609600"/>
            <a:ext cx="8531860" cy="1846659"/>
          </a:xfrm>
        </p:spPr>
        <p:txBody>
          <a:bodyPr/>
          <a:lstStyle/>
          <a:p>
            <a:pPr algn="just"/>
            <a:r>
              <a:rPr lang="en-US" b="1" dirty="0"/>
              <a:t>3.3 Project Architecture:</a:t>
            </a:r>
          </a:p>
          <a:p>
            <a:pPr algn="just"/>
            <a:r>
              <a:rPr lang="en-US" b="1" dirty="0"/>
              <a:t>3.3.1 Architecture Diagram: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26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24DD0-82B0-50C2-4700-531FD9FAC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60" y="99948"/>
            <a:ext cx="8531860" cy="307777"/>
          </a:xfrm>
        </p:spPr>
        <p:txBody>
          <a:bodyPr/>
          <a:lstStyle/>
          <a:p>
            <a:r>
              <a:rPr lang="en-US" b="1" dirty="0"/>
              <a:t>3.3.2  Data Flow Diagram: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09574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DEBC2-1DDE-D19F-8EDA-821160FA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695" y="311818"/>
            <a:ext cx="8531860" cy="307777"/>
          </a:xfrm>
        </p:spPr>
        <p:txBody>
          <a:bodyPr/>
          <a:lstStyle/>
          <a:p>
            <a:r>
              <a:rPr lang="en-IN" b="1" dirty="0"/>
              <a:t>3.2.3  Class Diagram:</a:t>
            </a:r>
          </a:p>
        </p:txBody>
      </p:sp>
    </p:spTree>
    <p:extLst>
      <p:ext uri="{BB962C8B-B14F-4D97-AF65-F5344CB8AC3E}">
        <p14:creationId xmlns:p14="http://schemas.microsoft.com/office/powerpoint/2010/main" val="1246342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28FE-7868-527A-4764-F4D07BB0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" y="99948"/>
            <a:ext cx="8681719" cy="738664"/>
          </a:xfrm>
        </p:spPr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8D0C0-AD9B-4586-3F53-A67C74CF5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265" y="202239"/>
            <a:ext cx="8531860" cy="615553"/>
          </a:xfrm>
        </p:spPr>
        <p:txBody>
          <a:bodyPr/>
          <a:lstStyle/>
          <a:p>
            <a:pPr algn="just"/>
            <a:r>
              <a:rPr lang="en-US" b="1" dirty="0"/>
              <a:t>  3.2.4 Use Case Diagram: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7830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71A01-1BD6-2245-DC17-4A74CEC22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" y="609600"/>
            <a:ext cx="8610182" cy="923330"/>
          </a:xfrm>
        </p:spPr>
        <p:txBody>
          <a:bodyPr/>
          <a:lstStyle/>
          <a:p>
            <a:r>
              <a:rPr lang="en-US" b="1" dirty="0"/>
              <a:t>  3.2.5 Sequence Diagram:</a:t>
            </a:r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30560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2458-68C4-CE93-8666-056C449D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C19B4-8089-E82E-E402-CCA87C39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069" y="757700"/>
            <a:ext cx="8531860" cy="1231106"/>
          </a:xfrm>
        </p:spPr>
        <p:txBody>
          <a:bodyPr/>
          <a:lstStyle/>
          <a:p>
            <a:pPr algn="just"/>
            <a:r>
              <a:rPr lang="en-US" b="1" dirty="0"/>
              <a:t> 3.2.5 Sequence Diagram:</a:t>
            </a:r>
          </a:p>
          <a:p>
            <a:pPr algn="just"/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32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46A13-83FF-1BC0-4F35-147AE6A4A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487" y="99948"/>
            <a:ext cx="8531860" cy="615553"/>
          </a:xfrm>
        </p:spPr>
        <p:txBody>
          <a:bodyPr/>
          <a:lstStyle/>
          <a:p>
            <a:r>
              <a:rPr lang="en-US" b="1" dirty="0"/>
              <a:t>3.2.6 Activity Diagram: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471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E1AF-A2E0-1BF5-82C3-D5F0CA47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B401D-6A00-B3A4-1784-2F9F59840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49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CE41-7C0F-72F5-1948-9CDCE16C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80E63-4A84-DA2A-DD7E-10E79A5AF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54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8E7D-3BC6-11A7-4308-2DEF7BEF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56" y="304800"/>
            <a:ext cx="8681719" cy="369332"/>
          </a:xfrm>
        </p:spPr>
        <p:txBody>
          <a:bodyPr/>
          <a:lstStyle/>
          <a:p>
            <a:r>
              <a:rPr lang="en-US" dirty="0"/>
              <a:t>4. Implementation &amp; Testing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915D4-7F58-5681-3602-9B505485C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156" y="1066800"/>
            <a:ext cx="8531860" cy="615553"/>
          </a:xfrm>
        </p:spPr>
        <p:txBody>
          <a:bodyPr/>
          <a:lstStyle/>
          <a:p>
            <a:pPr algn="just"/>
            <a:r>
              <a:rPr lang="en-US" b="1" dirty="0"/>
              <a:t>4.1 Coding Blocks: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697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D964-5F88-0BFF-865A-8279E8BF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B9B22-575D-0504-8EE7-AA27B18A0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0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B276-3540-DDD3-979D-33A6075D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0F557-A9C0-6D0A-AE3D-E65D25DA5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8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E147-E99B-D5D6-119F-0D539835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D5671-60E0-188F-BADE-F76530EFF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77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8FD7-1E0E-95B8-FF58-F65A2FFA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" y="99948"/>
            <a:ext cx="8681719" cy="738664"/>
          </a:xfrm>
        </p:spPr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0BB8C-2BB3-C5D8-180D-FE76DF07F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469280"/>
            <a:ext cx="8531860" cy="615553"/>
          </a:xfrm>
        </p:spPr>
        <p:txBody>
          <a:bodyPr/>
          <a:lstStyle/>
          <a:p>
            <a:r>
              <a:rPr lang="en-US" b="1" dirty="0"/>
              <a:t>4.2 Sample Code: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276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259B-B802-3274-CAC4-B2AF3D0F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90B37-3A55-8C92-8C36-BEAB6F4E5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75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5BE8-8903-D77C-728D-762237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AEC80-1422-0672-129B-E15282E44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35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8A7B-8D1B-FBEC-DA70-F1DFE152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8B125-1EF6-56A7-27A9-BE2597838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8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A35B-7A3D-8533-8512-E0D81F83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DE8D6-E816-6641-2BC7-43FEB8668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57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E47A-FB14-7454-B019-7788775B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4534F-C069-4E7C-72C6-5602BAB1B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54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994D-103D-2FA4-72B3-A8788B93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F8740-B5F1-450E-A64C-377A1E420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49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074E-0C45-EB8D-91D9-9F3A174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687C0-1547-204F-DA96-44E119C47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77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5633-E61C-4E65-53A9-A82045B7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91424-FD22-51F1-08D6-23D9DF3CB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140" y="685800"/>
            <a:ext cx="8531860" cy="615553"/>
          </a:xfrm>
        </p:spPr>
        <p:txBody>
          <a:bodyPr/>
          <a:lstStyle/>
          <a:p>
            <a:pPr algn="just"/>
            <a:r>
              <a:rPr lang="en-US" b="1" dirty="0"/>
              <a:t>4.3 Execution Flow: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7494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E800-DE72-B207-5130-FE53A179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93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2E70-7239-89AC-3E75-F7E9CC75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7D8EE-6B0B-94E4-7112-970A8706B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140" y="465707"/>
            <a:ext cx="8531860" cy="1231106"/>
          </a:xfrm>
        </p:spPr>
        <p:txBody>
          <a:bodyPr/>
          <a:lstStyle/>
          <a:p>
            <a:r>
              <a:rPr lang="en-US" b="1" dirty="0"/>
              <a:t>4.4 Test Cases:</a:t>
            </a:r>
          </a:p>
          <a:p>
            <a:r>
              <a:rPr lang="en-US" b="1" dirty="0"/>
              <a:t>4.4.1 Test Case 1 (Main Page):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062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3C32-CD54-CF93-D47E-31BC5405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9BE40-883A-B888-05E2-453AD0B8B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45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3F90-9B68-55E3-CDE4-E15AF1BC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B69EF-D0F9-C2E9-5D7E-DE621BAB3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140" y="609600"/>
            <a:ext cx="8531860" cy="1231106"/>
          </a:xfrm>
        </p:spPr>
        <p:txBody>
          <a:bodyPr/>
          <a:lstStyle/>
          <a:p>
            <a:pPr algn="just"/>
            <a:r>
              <a:rPr lang="en-US" b="1" dirty="0"/>
              <a:t>4.4.2 Test Case </a:t>
            </a:r>
            <a:r>
              <a:rPr lang="en-IN" b="1" dirty="0"/>
              <a:t>2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247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DF0F4-C8C9-81EA-BC47-985D4803C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2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8682990" y="0"/>
                </a:moveTo>
                <a:lnTo>
                  <a:pt x="329920" y="0"/>
                </a:lnTo>
                <a:lnTo>
                  <a:pt x="281168" y="3576"/>
                </a:lnTo>
                <a:lnTo>
                  <a:pt x="234636" y="13967"/>
                </a:lnTo>
                <a:lnTo>
                  <a:pt x="190835" y="30662"/>
                </a:lnTo>
                <a:lnTo>
                  <a:pt x="150276" y="53151"/>
                </a:lnTo>
                <a:lnTo>
                  <a:pt x="113469" y="80923"/>
                </a:lnTo>
                <a:lnTo>
                  <a:pt x="80925" y="113468"/>
                </a:lnTo>
                <a:lnTo>
                  <a:pt x="53153" y="150277"/>
                </a:lnTo>
                <a:lnTo>
                  <a:pt x="30664" y="190840"/>
                </a:lnTo>
                <a:lnTo>
                  <a:pt x="13968" y="234645"/>
                </a:lnTo>
                <a:lnTo>
                  <a:pt x="3577" y="281184"/>
                </a:lnTo>
                <a:lnTo>
                  <a:pt x="0" y="329946"/>
                </a:lnTo>
                <a:lnTo>
                  <a:pt x="0" y="6363487"/>
                </a:lnTo>
                <a:lnTo>
                  <a:pt x="3577" y="6412239"/>
                </a:lnTo>
                <a:lnTo>
                  <a:pt x="13968" y="6458771"/>
                </a:lnTo>
                <a:lnTo>
                  <a:pt x="30664" y="6502571"/>
                </a:lnTo>
                <a:lnTo>
                  <a:pt x="53153" y="6543130"/>
                </a:lnTo>
                <a:lnTo>
                  <a:pt x="80925" y="6579937"/>
                </a:lnTo>
                <a:lnTo>
                  <a:pt x="113469" y="6612482"/>
                </a:lnTo>
                <a:lnTo>
                  <a:pt x="150276" y="6640254"/>
                </a:lnTo>
                <a:lnTo>
                  <a:pt x="190835" y="6662742"/>
                </a:lnTo>
                <a:lnTo>
                  <a:pt x="234636" y="6679438"/>
                </a:lnTo>
                <a:lnTo>
                  <a:pt x="281168" y="6689829"/>
                </a:lnTo>
                <a:lnTo>
                  <a:pt x="329920" y="6693406"/>
                </a:lnTo>
                <a:lnTo>
                  <a:pt x="8682990" y="6693406"/>
                </a:lnTo>
                <a:lnTo>
                  <a:pt x="8731751" y="6689829"/>
                </a:lnTo>
                <a:lnTo>
                  <a:pt x="8778290" y="6679438"/>
                </a:lnTo>
                <a:lnTo>
                  <a:pt x="8822095" y="6662742"/>
                </a:lnTo>
                <a:lnTo>
                  <a:pt x="8862658" y="6640254"/>
                </a:lnTo>
                <a:lnTo>
                  <a:pt x="8899467" y="6612482"/>
                </a:lnTo>
                <a:lnTo>
                  <a:pt x="8932012" y="6579937"/>
                </a:lnTo>
                <a:lnTo>
                  <a:pt x="8959784" y="6543130"/>
                </a:lnTo>
                <a:lnTo>
                  <a:pt x="8982273" y="6502571"/>
                </a:lnTo>
                <a:lnTo>
                  <a:pt x="8998968" y="6458771"/>
                </a:lnTo>
                <a:lnTo>
                  <a:pt x="9009359" y="6412239"/>
                </a:lnTo>
                <a:lnTo>
                  <a:pt x="9012936" y="6363487"/>
                </a:lnTo>
                <a:lnTo>
                  <a:pt x="9012936" y="329946"/>
                </a:lnTo>
                <a:lnTo>
                  <a:pt x="9009359" y="281184"/>
                </a:lnTo>
                <a:lnTo>
                  <a:pt x="8998968" y="234645"/>
                </a:lnTo>
                <a:lnTo>
                  <a:pt x="8982273" y="190840"/>
                </a:lnTo>
                <a:lnTo>
                  <a:pt x="8959784" y="150277"/>
                </a:lnTo>
                <a:lnTo>
                  <a:pt x="8932012" y="113468"/>
                </a:lnTo>
                <a:lnTo>
                  <a:pt x="8899467" y="80923"/>
                </a:lnTo>
                <a:lnTo>
                  <a:pt x="8862658" y="53151"/>
                </a:lnTo>
                <a:lnTo>
                  <a:pt x="8822095" y="30662"/>
                </a:lnTo>
                <a:lnTo>
                  <a:pt x="8778290" y="13967"/>
                </a:lnTo>
                <a:lnTo>
                  <a:pt x="8731751" y="3576"/>
                </a:lnTo>
                <a:lnTo>
                  <a:pt x="86829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1"/>
                </a:lnTo>
                <a:lnTo>
                  <a:pt x="8959784" y="6543130"/>
                </a:lnTo>
                <a:lnTo>
                  <a:pt x="8932012" y="6579937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2"/>
                </a:lnTo>
                <a:lnTo>
                  <a:pt x="8778290" y="6679438"/>
                </a:lnTo>
                <a:lnTo>
                  <a:pt x="8731751" y="6689829"/>
                </a:lnTo>
                <a:lnTo>
                  <a:pt x="8682990" y="6693406"/>
                </a:lnTo>
                <a:lnTo>
                  <a:pt x="329920" y="6693406"/>
                </a:lnTo>
                <a:lnTo>
                  <a:pt x="281168" y="6689829"/>
                </a:lnTo>
                <a:lnTo>
                  <a:pt x="234636" y="6679438"/>
                </a:lnTo>
                <a:lnTo>
                  <a:pt x="190835" y="6662742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7"/>
                </a:lnTo>
                <a:lnTo>
                  <a:pt x="53153" y="6543130"/>
                </a:lnTo>
                <a:lnTo>
                  <a:pt x="30664" y="6502571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09800" y="2438400"/>
            <a:ext cx="4930140" cy="1348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800" b="0" u="none" spc="-5" dirty="0">
                <a:latin typeface="Times New Roman"/>
                <a:cs typeface="Times New Roman"/>
              </a:rPr>
              <a:t>Thank</a:t>
            </a:r>
            <a:r>
              <a:rPr sz="8800" b="0" u="none" spc="-420" dirty="0">
                <a:latin typeface="Times New Roman"/>
                <a:cs typeface="Times New Roman"/>
              </a:rPr>
              <a:t> </a:t>
            </a:r>
            <a:r>
              <a:rPr sz="8800" b="0" u="none" spc="-295" dirty="0">
                <a:latin typeface="Times New Roman"/>
                <a:cs typeface="Times New Roman"/>
              </a:rPr>
              <a:t>You</a:t>
            </a:r>
            <a:endParaRPr sz="8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9920</TotalTime>
  <Words>5053</Words>
  <Application>Microsoft Office PowerPoint</Application>
  <PresentationFormat>On-screen Show (4:3)</PresentationFormat>
  <Paragraphs>486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APP TITLE </vt:lpstr>
      <vt:lpstr>Contents :</vt:lpstr>
      <vt:lpstr>Abstract:</vt:lpstr>
      <vt:lpstr>1. Introduction </vt:lpstr>
      <vt:lpstr>PowerPoint Presentation</vt:lpstr>
      <vt:lpstr>2. System Analysis </vt:lpstr>
      <vt:lpstr>PowerPoint Presentation</vt:lpstr>
      <vt:lpstr>PowerPoint Presentation</vt:lpstr>
      <vt:lpstr>3.Architectural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Implementation &amp; Testing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CMR</dc:creator>
  <cp:lastModifiedBy>Gorantla Jagadeep</cp:lastModifiedBy>
  <cp:revision>327</cp:revision>
  <dcterms:created xsi:type="dcterms:W3CDTF">2017-08-30T15:02:25Z</dcterms:created>
  <dcterms:modified xsi:type="dcterms:W3CDTF">2024-10-23T02:32:08Z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2017-08-30T00:00:00Z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2017-08-30T00:00:00Z</vt:filetime>
  </property>
</Properties>
</file>